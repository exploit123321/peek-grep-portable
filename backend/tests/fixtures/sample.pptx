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8A77-9884-3E31-CE59-AB8EF9005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4A638-1D41-589D-E5AF-774A3CFD9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C2F0B-1F60-170D-66B2-F837C845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A656-FFDB-895B-1ABC-5135A6ED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A8AC-90ED-0425-6763-2E94DD7C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5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0A42-CD7B-CDF3-31BB-DF0B726B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D5CF-5668-747B-EFD2-BE8E674E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8B20F-946B-3808-1281-B1C17A0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00EB-3272-71F1-43BA-5F67E2F3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1EF1B-B124-9B02-EDFF-501318E4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5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C1CE-C464-0ACA-2FC1-9A6BAA4E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4535-45F0-4BDF-E4A8-3E79F21DE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A744-9B1A-1491-D79F-F24E02BD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22944-3B41-D60E-3B47-5F9063BD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8B140-10AE-D030-5BB9-76BA609F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8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DE54-237D-EDA4-14CB-5586541A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7009-8F75-4BC4-5036-F1C60446A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C0610-172F-1EA8-5C0A-9A65FD648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F2E8B-B6EF-0E74-201C-99825F17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7E11E-E764-E54A-E459-EB44447E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3AF26-0F1F-FC72-847C-F007B27E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1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ABB8-5673-1B8A-EC59-A996C547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29E1A-ED0E-C0AC-29B7-5F7DA6B6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00280-0218-319B-3E23-036946465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8A59B-D06C-8583-A71A-194E6EC0E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11AB0-D158-C2D3-B185-CF6B8332D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76D21-7DB5-5839-3DBE-6E9033395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0DE5E-60F6-260F-9A39-3C72EEF0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F53C41-7A29-D044-883F-49BE6F46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4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E035-A86F-243A-A578-4258E0AD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7199D-DB82-6447-F38C-DA983E8D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2B4BF-364D-0B3D-086A-A786629B8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0FBD6-D0DC-91C9-79C1-7F70FAA3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0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F80F3-D909-DF9B-1858-54152834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554C5-BA9B-5CBE-0490-BEF625BF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D05E7-841F-E557-73B5-821C660C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4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9B48-B4ED-7FDE-6A97-5AEAD2A1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7481A-7850-C481-92AA-1C8EC5307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3D36B-71E1-C29F-28FA-13D73A897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DBECB-C16E-1274-C630-0D18DACE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8D5E7-4A74-0AA7-7F26-C63F1679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35C91-D478-2DC3-38C2-4418C515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2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2252-B65B-BE11-421E-06EAEADD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22BB2-1242-C1DB-5AFD-1D5485E830F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4F81D-917A-7ED9-12BB-311A587A7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DE13E-D0FE-73F0-9E62-EAA41A54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504D-E17C-F3B6-0560-7BAFBA16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BD0B9-9496-EFF5-AB15-38718C92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3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8090-DA99-1873-4ACD-B2B8F220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22F85-790D-E475-F97E-680E1F523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09FE3-E42F-83E2-3BC1-3CD5B989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DBD68-6DA0-37E5-F469-ED788FA1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EAA8-30CA-0415-F27F-30501E66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0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CB3DD-9B83-8EC4-9589-C59F604D8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C1198-A892-023C-2D3C-F7FAFF635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E27C5-B474-2C80-FEA3-BBF19364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2D2C6-A2E2-DF8E-B61B-2F315917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1931-BF08-7267-7B8A-1F41D1E6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5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BC2C-EE60-E50A-1255-D94F36C6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0439-0365-3D3B-6E65-DD6FE91C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C3B51-0B43-71CD-AFB7-DEABB644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9C04-97E7-7073-A1BA-7C570776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A60B-84CD-20A4-BF6B-B955109E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0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C8CF6-A93D-FF34-4009-3199DF6F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6E8D-2E7A-D366-4661-3DFCBB9C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8F21-5220-4727-2AA1-95255234F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6351C-B7E9-41A2-9CD7-70D75100270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C35A8-2244-3D67-F98C-D2C1DDDF3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7B4F-159F-C320-D513-595730580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19BB8-4784-47E2-92D7-82D662567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2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FEC2-4472-0391-C124-ED66C07AF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Launch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3D23D-BB21-F9B6-40E6-FF37CF907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Peek and Grep 3.0</a:t>
            </a:r>
          </a:p>
        </p:txBody>
      </p:sp>
    </p:spTree>
    <p:extLst>
      <p:ext uri="{BB962C8B-B14F-4D97-AF65-F5344CB8AC3E}">
        <p14:creationId xmlns:p14="http://schemas.microsoft.com/office/powerpoint/2010/main" val="215656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7320-6CA7-4A92-498F-8B87907A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CFE05-6CAD-7209-FAB3-F281A3D59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Faster search</a:t>
            </a:r>
          </a:p>
          <a:p>
            <a:r>
              <a:rPr lang="en-US"/>
              <a:t>Safer folders</a:t>
            </a:r>
          </a:p>
          <a:p>
            <a:r>
              <a:rPr lang="en-US"/>
              <a:t>Portable 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52226-ADF9-5EDD-CADC-F2CF473CBEC2}"/>
              </a:ext>
            </a:extLst>
          </p:cNvPr>
          <p:cNvSpPr txBox="1"/>
          <p:nvPr/>
        </p:nvSpPr>
        <p:spPr>
          <a:xfrm>
            <a:off x="635000" y="5080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Footnote about pelicans</a:t>
            </a:r>
          </a:p>
        </p:txBody>
      </p:sp>
    </p:spTree>
    <p:extLst>
      <p:ext uri="{BB962C8B-B14F-4D97-AF65-F5344CB8AC3E}">
        <p14:creationId xmlns:p14="http://schemas.microsoft.com/office/powerpoint/2010/main" val="39660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Launch Plan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Žans Sulojevs</dc:creator>
  <cp:lastModifiedBy>Žans Sulojevs</cp:lastModifiedBy>
  <cp:revision>1</cp:revision>
  <dcterms:created xsi:type="dcterms:W3CDTF">2026-10-21T13:47:21Z</dcterms:created>
  <dcterms:modified xsi:type="dcterms:W3CDTF">2026-10-21T13:47:21Z</dcterms:modified>
</cp:coreProperties>
</file>